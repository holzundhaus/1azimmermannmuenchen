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zimmermannmuenchen/holzterrasse-am-hang-planung/" TargetMode="External"/><Relationship Id="rId3" Type="http://schemas.openxmlformats.org/officeDocument/2006/relationships/hyperlink" Target="https://holzundhaus.github.io/1azimmermannmuenchen/dateien/minimax-d26ef6ebe1ec1c7d7b6a196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am Hang: Höhenversprünge, Stützen und Wasserableitung als System planen · Erklärende Präsentation</a:t>
            </a:r>
          </a:p>
        </p:txBody>
      </p:sp>
      <p:sp>
        <p:nvSpPr>
          <p:cNvPr id="3" name="Content Placeholder 2"/>
          <p:cNvSpPr>
            <a:spLocks noGrp="1"/>
          </p:cNvSpPr>
          <p:nvPr>
            <p:ph idx="1"/>
          </p:nvPr>
        </p:nvSpPr>
        <p:spPr/>
        <p:txBody>
          <a:bodyPr/>
          <a:lstStyle/>
          <a:p>
            <a:r>
              <a:t>Überblick: Eine Holzterrasse am Hang verlangt mehr als die Auswahl attraktiver Dielen: Höhenversprünge, Auflager, Stützen und Wasserableitung müssen zusammenhängend geplant werden. Der folgende Leitfaden zeigt, wie aus einer Geländeaufnahme ein belastbares Terrassenkonzept entsteht und welche Fragen vor der Materialfestlegung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 und Anschlusshöhen als Planungsbasis</a:t>
            </a:r>
          </a:p>
        </p:txBody>
      </p:sp>
      <p:sp>
        <p:nvSpPr>
          <p:cNvPr id="3" name="Content Placeholder 2"/>
          <p:cNvSpPr>
            <a:spLocks noGrp="1"/>
          </p:cNvSpPr>
          <p:nvPr>
            <p:ph idx="1"/>
          </p:nvPr>
        </p:nvSpPr>
        <p:spPr/>
        <p:txBody>
          <a:bodyPr/>
          <a:lstStyle/>
          <a:p>
            <a:pPr>
              <a:defRPr sz="1800"/>
            </a:pPr>
            <a:r>
              <a:t>Am Hang ist eine einzelne Höhenangabe selten ausreichend. Türen, Gartenwege, bestehende Stufen und das Gefälle können unterschiedliche Anschlusshöhen verlangen. Längs- und Querschnitte zeigen, wo Dielen über Erdreich liegen, wo freier Raum bleibt und an welcher Stelle die Konstruktion am Haus auflagert. Besonders wichtig ist die Türanschlusshöhe: Eine zu hoch gewählte Unterkonstruktion kann eine störende Schwelle bilden, eine zu tief gewählte zu vielen Stufen am Gartenweg führen. Ausgangspunkt ist deshalb nicht die gewünschte Dielenoberfläche, sondern die vorhandene Gelände- und Zugangssituation. Die konkreten Aufmaße und Vor-Ort-Bedingungen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 und Anschlusshöhen als Planungsbasis</a:t>
            </a:r>
          </a:p>
        </p:txBody>
      </p:sp>
      <p:sp>
        <p:nvSpPr>
          <p:cNvPr id="3" name="Content Placeholder 2"/>
          <p:cNvSpPr>
            <a:spLocks noGrp="1"/>
          </p:cNvSpPr>
          <p:nvPr>
            <p:ph idx="1"/>
          </p:nvPr>
        </p:nvSpPr>
        <p:spPr/>
        <p:txBody>
          <a:bodyPr/>
          <a:lstStyle/>
          <a:p>
            <a:pPr>
              <a:defRPr sz="1800"/>
            </a:pPr>
            <a:r>
              <a:t>lassen sich im Überblick zum Thema Holzterrasse am Hang mit weiteren Planungshinweisen abgleichen.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Auflager und Stützen richtig einordnen</a:t>
            </a:r>
          </a:p>
        </p:txBody>
      </p:sp>
      <p:sp>
        <p:nvSpPr>
          <p:cNvPr id="3" name="Content Placeholder 2"/>
          <p:cNvSpPr>
            <a:spLocks noGrp="1"/>
          </p:cNvSpPr>
          <p:nvPr>
            <p:ph idx="1"/>
          </p:nvPr>
        </p:nvSpPr>
        <p:spPr/>
        <p:txBody>
          <a:bodyPr/>
          <a:lstStyle/>
          <a:p>
            <a:pPr>
              <a:defRPr sz="1800"/>
            </a:pPr>
            <a:r>
              <a:t>Am Hang können drei Auflagerarten nebeneinander vorkommen: punktförmige oder vorbereitete Auflager im tragfähigen Erdreich, Stützen über einem Höhenversprung und eine Verbindung mit dem Haus oder einem vorhandenen Bauteil. Welche Variante passt, hängt vom Gelände und der vorgesehenen Konstruktion ab. Stützen übernehmen dabei nicht nur das Gewicht der Dielen, sondern leiten auch Nutz- und Windlasten weiter. Ihre Basis muss so ausgeführt und angeschlossen werden, dass sich dort kein Wasser sammelt. Bei größeren Höhenversprüngen, freier Abstützung und erforderlichem Geländer nähert sich die Konstruktion funktional einem tragenden Holzbalkon. Die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Auflager und Stützen richtig einordnen</a:t>
            </a:r>
          </a:p>
        </p:txBody>
      </p:sp>
      <p:sp>
        <p:nvSpPr>
          <p:cNvPr id="3" name="Content Placeholder 2"/>
          <p:cNvSpPr>
            <a:spLocks noGrp="1"/>
          </p:cNvSpPr>
          <p:nvPr>
            <p:ph idx="1"/>
          </p:nvPr>
        </p:nvSpPr>
        <p:spPr/>
        <p:txBody>
          <a:bodyPr/>
          <a:lstStyle/>
          <a:p>
            <a:pPr>
              <a:defRPr sz="1800"/>
            </a:pPr>
            <a:r>
              <a:t>se Grenze sollte deshalb früh geklärt werden, bevor Unterkonstruktion, Befestigung und Geländerdetails festgelegt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Wasserwege und Bewegungsfugen verbinden</a:t>
            </a:r>
          </a:p>
        </p:txBody>
      </p:sp>
      <p:sp>
        <p:nvSpPr>
          <p:cNvPr id="3" name="Content Placeholder 2"/>
          <p:cNvSpPr>
            <a:spLocks noGrp="1"/>
          </p:cNvSpPr>
          <p:nvPr>
            <p:ph idx="1"/>
          </p:nvPr>
        </p:nvSpPr>
        <p:spPr/>
        <p:txBody>
          <a:bodyPr/>
          <a:lstStyle/>
          <a:p>
            <a:pPr>
              <a:defRPr sz="1800"/>
            </a:pPr>
            <a:r>
              <a:t>Das Gefälle der Dielen sollte vom Hausanschluss weg und, soweit möglich, quer zum Hangverlaufen. Unter den Dielen muss Wasser weiterlaufen können, ohne an einem Stützenfuß, in einer Hohlkehle oder am unteren Abschluss stehen zu bleiben. Deshalb ist die Geländehöhe für jeden Entwässerungsabschnitt zu berücksichtigen. Höhenversprünge werden zugleich als klar abgegrenzte Terrassenfelder mit Bewegungsfugen ausgebildet; eine Dielenreihe sollte nicht ohne erkennbare Trennung über einen Versprung hinweglaufen. Innenliegende Übergänge übernehmen damit zugleich die Funktion von Dehnungs- und Wasserweg. Entscheidend ist, dass Oberfläche, Unterkonstrukt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Wasserwege und Bewegungsfugen verbinden</a:t>
            </a:r>
          </a:p>
        </p:txBody>
      </p:sp>
      <p:sp>
        <p:nvSpPr>
          <p:cNvPr id="3" name="Content Placeholder 2"/>
          <p:cNvSpPr>
            <a:spLocks noGrp="1"/>
          </p:cNvSpPr>
          <p:nvPr>
            <p:ph idx="1"/>
          </p:nvPr>
        </p:nvSpPr>
        <p:spPr/>
        <p:txBody>
          <a:bodyPr/>
          <a:lstStyle/>
          <a:p>
            <a:pPr>
              <a:defRPr sz="1800"/>
            </a:pPr>
            <a:r>
              <a:t>ion, Auflager und Gelände gemeinsam betrachtet werden, statt jedes Detail isoliert zu lösen.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Planung zum belastbaren Angebot</a:t>
            </a:r>
          </a:p>
        </p:txBody>
      </p:sp>
      <p:sp>
        <p:nvSpPr>
          <p:cNvPr id="3" name="Content Placeholder 2"/>
          <p:cNvSpPr>
            <a:spLocks noGrp="1"/>
          </p:cNvSpPr>
          <p:nvPr>
            <p:ph idx="1"/>
          </p:nvPr>
        </p:nvSpPr>
        <p:spPr/>
        <p:txBody>
          <a:bodyPr/>
          <a:lstStyle/>
          <a:p>
            <a:pPr>
              <a:defRPr sz="1800"/>
            </a:pPr>
            <a:r>
              <a:t>Nach der Klärung von Fläche, Anschlusshöhen, Untergrund, Nutzung, Pflegewunsch und vorhandener Entwässerung lassen sich Material und Befestigung ableiten. Ein Vergleich sollte nicht allein auf dem Dielenpreis beruhen. Auflager, Stützen, Geländeanpassung, Gefälle, Fugen und Anschlüsse können einen erheblichen Teil des Aufbaus ausmachen. Sinnvoll ist deshalb ein vollständiges Systemangebot mit nachvollziehbaren Positions. Allgemeine Grundlagen zur klassischen Holzterrasse bietet der Überblick zu Holzterrasse; er ergänzt die hangbezogene Planung um die besonderen Anforderungen an Höhen und Entwässerung.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access points to remain visible</a:t>
            </a:r>
          </a:p>
        </p:txBody>
      </p:sp>
      <p:sp>
        <p:nvSpPr>
          <p:cNvPr id="3" name="Content Placeholder 2"/>
          <p:cNvSpPr>
            <a:spLocks noGrp="1"/>
          </p:cNvSpPr>
          <p:nvPr>
            <p:ph idx="1"/>
          </p:nvPr>
        </p:nvSpPr>
        <p:spPr/>
        <p:txBody>
          <a:bodyPr/>
          <a:lstStyle/>
          <a:p>
            <a:pPr>
              <a:defRPr sz="1800"/>
            </a:pPr>
            <a:r>
              <a:t>Eine Holzterrasse am Hang sollte so geplant werden, dass ihre empfindlichen Stellen später erreichbar bleiben. Dazu gehören Fugen an Höhenversprüngen, Stützenfüße, Auflagerpunkte, der Übergang zur Terrassentür und der untere Bereich der Wasserführung. Diese Punkte regelmäßig auf Feuchteanzeichen, Rückstau und eingeschränktes Bewegungsspiel zu kontrollieren gehört ebenso zur Nutzung wie die Reinigung der Fugen. Abdeckungen und Verkleidungen dürfen die Kontrolle nicht erschweren. Ergänzend ist zu klären, wie sich die Holzfarbe im Freien verändert und welche Pflegeaufwand tatsächlich gewünscht ist. So bleibt das Zusammenspiel aus Konstruktion 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access points to remain visible</a:t>
            </a:r>
          </a:p>
        </p:txBody>
      </p:sp>
      <p:sp>
        <p:nvSpPr>
          <p:cNvPr id="3" name="Content Placeholder 2"/>
          <p:cNvSpPr>
            <a:spLocks noGrp="1"/>
          </p:cNvSpPr>
          <p:nvPr>
            <p:ph idx="1"/>
          </p:nvPr>
        </p:nvSpPr>
        <p:spPr/>
        <p:txBody>
          <a:bodyPr/>
          <a:lstStyle/>
          <a:p>
            <a:pPr>
              <a:defRPr sz="1800"/>
            </a:pPr>
            <a:r>
              <a:t>d Wasserführung über die Standzeit nachvollziehbar und kontrollierbar.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am Hang: Höhenversprünge, Stützen und Wasserableitung als System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