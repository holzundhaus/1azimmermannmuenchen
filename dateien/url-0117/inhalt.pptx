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zimmermannmuenchen.blogspot.com/2026/10/holztragwerk-im-bestand-woran-sanierung.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https://1azimmermannmuenchen.blogspot.com/2026/10/holztragwerk-im-bestand-woran-sanierung.html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